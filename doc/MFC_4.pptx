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72" r:id="rId8"/>
    <p:sldId id="263" r:id="rId9"/>
    <p:sldId id="265" r:id="rId10"/>
    <p:sldId id="266" r:id="rId11"/>
    <p:sldId id="267" r:id="rId12"/>
    <p:sldId id="268" r:id="rId13"/>
    <p:sldId id="269" r:id="rId14"/>
    <p:sldId id="261" r:id="rId15"/>
    <p:sldId id="270" r:id="rId16"/>
    <p:sldId id="271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38D75-0DC1-4D63-B296-76565611EC93}" v="151" dt="2026-01-31T13:34:01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PALLY CHARAN KUMAR REDDY" userId="11455137d8a8f19c" providerId="LiveId" clId="{D412DB1F-D518-415E-84D7-DA5ABF10D3A9}"/>
    <pc:docChg chg="undo custSel addSld modSld">
      <pc:chgData name="AREPALLY CHARAN KUMAR REDDY" userId="11455137d8a8f19c" providerId="LiveId" clId="{D412DB1F-D518-415E-84D7-DA5ABF10D3A9}" dt="2026-01-31T13:50:08.623" v="453" actId="1076"/>
      <pc:docMkLst>
        <pc:docMk/>
      </pc:docMkLst>
      <pc:sldChg chg="modSp mod">
        <pc:chgData name="AREPALLY CHARAN KUMAR REDDY" userId="11455137d8a8f19c" providerId="LiveId" clId="{D412DB1F-D518-415E-84D7-DA5ABF10D3A9}" dt="2026-01-31T12:34:46.318" v="84" actId="20577"/>
        <pc:sldMkLst>
          <pc:docMk/>
          <pc:sldMk cId="4212191760" sldId="259"/>
        </pc:sldMkLst>
        <pc:spChg chg="mod">
          <ac:chgData name="AREPALLY CHARAN KUMAR REDDY" userId="11455137d8a8f19c" providerId="LiveId" clId="{D412DB1F-D518-415E-84D7-DA5ABF10D3A9}" dt="2026-01-31T12:34:46.318" v="84" actId="20577"/>
          <ac:spMkLst>
            <pc:docMk/>
            <pc:sldMk cId="4212191760" sldId="259"/>
            <ac:spMk id="3" creationId="{3CA9D35A-6832-FC68-FA7C-C5706A77355D}"/>
          </ac:spMkLst>
        </pc:spChg>
      </pc:sldChg>
      <pc:sldChg chg="modSp mod">
        <pc:chgData name="AREPALLY CHARAN KUMAR REDDY" userId="11455137d8a8f19c" providerId="LiveId" clId="{D412DB1F-D518-415E-84D7-DA5ABF10D3A9}" dt="2026-01-31T12:43:42.196" v="141" actId="20577"/>
        <pc:sldMkLst>
          <pc:docMk/>
          <pc:sldMk cId="317040517" sldId="260"/>
        </pc:sldMkLst>
        <pc:spChg chg="mod">
          <ac:chgData name="AREPALLY CHARAN KUMAR REDDY" userId="11455137d8a8f19c" providerId="LiveId" clId="{D412DB1F-D518-415E-84D7-DA5ABF10D3A9}" dt="2026-01-31T12:43:42.196" v="141" actId="20577"/>
          <ac:spMkLst>
            <pc:docMk/>
            <pc:sldMk cId="317040517" sldId="260"/>
            <ac:spMk id="2" creationId="{C8AED028-CAF1-CA65-3D22-BA754F66B2BB}"/>
          </ac:spMkLst>
        </pc:spChg>
      </pc:sldChg>
      <pc:sldChg chg="addSp delSp modSp mod">
        <pc:chgData name="AREPALLY CHARAN KUMAR REDDY" userId="11455137d8a8f19c" providerId="LiveId" clId="{D412DB1F-D518-415E-84D7-DA5ABF10D3A9}" dt="2026-01-31T13:26:19.266" v="338" actId="1076"/>
        <pc:sldMkLst>
          <pc:docMk/>
          <pc:sldMk cId="376129045" sldId="262"/>
        </pc:sldMkLst>
        <pc:spChg chg="mod">
          <ac:chgData name="AREPALLY CHARAN KUMAR REDDY" userId="11455137d8a8f19c" providerId="LiveId" clId="{D412DB1F-D518-415E-84D7-DA5ABF10D3A9}" dt="2026-01-31T13:16:00.423" v="303" actId="1076"/>
          <ac:spMkLst>
            <pc:docMk/>
            <pc:sldMk cId="376129045" sldId="262"/>
            <ac:spMk id="2" creationId="{0EA8030F-9AF1-ED36-9D4A-3F4FB516221D}"/>
          </ac:spMkLst>
        </pc:spChg>
        <pc:spChg chg="mod">
          <ac:chgData name="AREPALLY CHARAN KUMAR REDDY" userId="11455137d8a8f19c" providerId="LiveId" clId="{D412DB1F-D518-415E-84D7-DA5ABF10D3A9}" dt="2026-01-31T13:26:09.959" v="337" actId="403"/>
          <ac:spMkLst>
            <pc:docMk/>
            <pc:sldMk cId="376129045" sldId="262"/>
            <ac:spMk id="7" creationId="{64183C92-3B0C-6E05-58A0-0D1FDE3ED0E9}"/>
          </ac:spMkLst>
        </pc:spChg>
        <pc:spChg chg="del mod">
          <ac:chgData name="AREPALLY CHARAN KUMAR REDDY" userId="11455137d8a8f19c" providerId="LiveId" clId="{D412DB1F-D518-415E-84D7-DA5ABF10D3A9}" dt="2026-01-31T13:17:43.988" v="316" actId="21"/>
          <ac:spMkLst>
            <pc:docMk/>
            <pc:sldMk cId="376129045" sldId="262"/>
            <ac:spMk id="14" creationId="{E236C2C7-DAA4-ACD5-780A-1B2BE09771DD}"/>
          </ac:spMkLst>
        </pc:spChg>
        <pc:spChg chg="add mod">
          <ac:chgData name="AREPALLY CHARAN KUMAR REDDY" userId="11455137d8a8f19c" providerId="LiveId" clId="{D412DB1F-D518-415E-84D7-DA5ABF10D3A9}" dt="2026-01-31T12:57:08.142" v="188" actId="1076"/>
          <ac:spMkLst>
            <pc:docMk/>
            <pc:sldMk cId="376129045" sldId="262"/>
            <ac:spMk id="17" creationId="{9EC491D2-9859-2005-CFB0-0419C24F2A29}"/>
          </ac:spMkLst>
        </pc:spChg>
        <pc:picChg chg="mod">
          <ac:chgData name="AREPALLY CHARAN KUMAR REDDY" userId="11455137d8a8f19c" providerId="LiveId" clId="{D412DB1F-D518-415E-84D7-DA5ABF10D3A9}" dt="2026-01-31T12:56:30.309" v="179" actId="1076"/>
          <ac:picMkLst>
            <pc:docMk/>
            <pc:sldMk cId="376129045" sldId="262"/>
            <ac:picMk id="4" creationId="{267B26F3-7BCE-0936-C409-E98FA1BD1038}"/>
          </ac:picMkLst>
        </pc:picChg>
        <pc:picChg chg="add mod modCrop">
          <ac:chgData name="AREPALLY CHARAN KUMAR REDDY" userId="11455137d8a8f19c" providerId="LiveId" clId="{D412DB1F-D518-415E-84D7-DA5ABF10D3A9}" dt="2026-01-31T12:59:41.884" v="246" actId="14100"/>
          <ac:picMkLst>
            <pc:docMk/>
            <pc:sldMk cId="376129045" sldId="262"/>
            <ac:picMk id="5" creationId="{14E99E82-6188-8D4C-F700-C431962235DF}"/>
          </ac:picMkLst>
        </pc:picChg>
        <pc:picChg chg="mod">
          <ac:chgData name="AREPALLY CHARAN KUMAR REDDY" userId="11455137d8a8f19c" providerId="LiveId" clId="{D412DB1F-D518-415E-84D7-DA5ABF10D3A9}" dt="2026-01-31T13:19:50.233" v="327" actId="1076"/>
          <ac:picMkLst>
            <pc:docMk/>
            <pc:sldMk cId="376129045" sldId="262"/>
            <ac:picMk id="6" creationId="{9184CF1E-F056-22C3-CCD6-87B21B219A2A}"/>
          </ac:picMkLst>
        </pc:picChg>
        <pc:picChg chg="mod">
          <ac:chgData name="AREPALLY CHARAN KUMAR REDDY" userId="11455137d8a8f19c" providerId="LiveId" clId="{D412DB1F-D518-415E-84D7-DA5ABF10D3A9}" dt="2026-01-31T13:26:19.266" v="338" actId="1076"/>
          <ac:picMkLst>
            <pc:docMk/>
            <pc:sldMk cId="376129045" sldId="262"/>
            <ac:picMk id="9" creationId="{94C3AC28-F1EB-9E81-D035-627EBF6F1610}"/>
          </ac:picMkLst>
        </pc:picChg>
        <pc:picChg chg="add mod modCrop">
          <ac:chgData name="AREPALLY CHARAN KUMAR REDDY" userId="11455137d8a8f19c" providerId="LiveId" clId="{D412DB1F-D518-415E-84D7-DA5ABF10D3A9}" dt="2026-01-31T12:59:53.934" v="248" actId="1076"/>
          <ac:picMkLst>
            <pc:docMk/>
            <pc:sldMk cId="376129045" sldId="262"/>
            <ac:picMk id="10" creationId="{B458FD96-64D4-9533-BFC4-287D7FCA2B37}"/>
          </ac:picMkLst>
        </pc:picChg>
        <pc:picChg chg="del mod">
          <ac:chgData name="AREPALLY CHARAN KUMAR REDDY" userId="11455137d8a8f19c" providerId="LiveId" clId="{D412DB1F-D518-415E-84D7-DA5ABF10D3A9}" dt="2026-01-31T13:18:00.191" v="318" actId="21"/>
          <ac:picMkLst>
            <pc:docMk/>
            <pc:sldMk cId="376129045" sldId="262"/>
            <ac:picMk id="11" creationId="{1A689B31-7CFD-800F-5F35-7DA427880AA3}"/>
          </ac:picMkLst>
        </pc:picChg>
        <pc:picChg chg="del mod">
          <ac:chgData name="AREPALLY CHARAN KUMAR REDDY" userId="11455137d8a8f19c" providerId="LiveId" clId="{D412DB1F-D518-415E-84D7-DA5ABF10D3A9}" dt="2026-01-31T13:18:24.717" v="323" actId="478"/>
          <ac:picMkLst>
            <pc:docMk/>
            <pc:sldMk cId="376129045" sldId="262"/>
            <ac:picMk id="13" creationId="{6B85C664-AE05-2C61-2B40-3A6F61F10893}"/>
          </ac:picMkLst>
        </pc:picChg>
        <pc:picChg chg="add mod">
          <ac:chgData name="AREPALLY CHARAN KUMAR REDDY" userId="11455137d8a8f19c" providerId="LiveId" clId="{D412DB1F-D518-415E-84D7-DA5ABF10D3A9}" dt="2026-01-31T12:56:32.343" v="180" actId="1076"/>
          <ac:picMkLst>
            <pc:docMk/>
            <pc:sldMk cId="376129045" sldId="262"/>
            <ac:picMk id="15" creationId="{1A55FEB4-CFFE-5B1A-EB89-AE1F921734E0}"/>
          </ac:picMkLst>
        </pc:picChg>
        <pc:picChg chg="del mod">
          <ac:chgData name="AREPALLY CHARAN KUMAR REDDY" userId="11455137d8a8f19c" providerId="LiveId" clId="{D412DB1F-D518-415E-84D7-DA5ABF10D3A9}" dt="2026-01-31T13:17:39.130" v="315" actId="478"/>
          <ac:picMkLst>
            <pc:docMk/>
            <pc:sldMk cId="376129045" sldId="262"/>
            <ac:picMk id="16" creationId="{DD69FC38-CE05-3297-CFDA-D81C9A26B8B1}"/>
          </ac:picMkLst>
        </pc:picChg>
        <pc:picChg chg="add mod modCrop">
          <ac:chgData name="AREPALLY CHARAN KUMAR REDDY" userId="11455137d8a8f19c" providerId="LiveId" clId="{D412DB1F-D518-415E-84D7-DA5ABF10D3A9}" dt="2026-01-31T13:20:02.034" v="329" actId="14100"/>
          <ac:picMkLst>
            <pc:docMk/>
            <pc:sldMk cId="376129045" sldId="262"/>
            <ac:picMk id="18" creationId="{97691BCB-D581-366E-C247-9340C71ECF8E}"/>
          </ac:picMkLst>
        </pc:picChg>
        <pc:picChg chg="add mod">
          <ac:chgData name="AREPALLY CHARAN KUMAR REDDY" userId="11455137d8a8f19c" providerId="LiveId" clId="{D412DB1F-D518-415E-84D7-DA5ABF10D3A9}" dt="2026-01-31T13:01:07.785" v="267" actId="1076"/>
          <ac:picMkLst>
            <pc:docMk/>
            <pc:sldMk cId="376129045" sldId="262"/>
            <ac:picMk id="19" creationId="{5BFF8BD9-CEE5-CF27-D602-F8F288594B81}"/>
          </ac:picMkLst>
        </pc:picChg>
        <pc:picChg chg="add del mod">
          <ac:chgData name="AREPALLY CHARAN KUMAR REDDY" userId="11455137d8a8f19c" providerId="LiveId" clId="{D412DB1F-D518-415E-84D7-DA5ABF10D3A9}" dt="2026-01-31T13:26:01.346" v="334" actId="478"/>
          <ac:picMkLst>
            <pc:docMk/>
            <pc:sldMk cId="376129045" sldId="262"/>
            <ac:picMk id="21" creationId="{4C1AE18A-EFDB-0129-7C6A-72B84CAB73F7}"/>
          </ac:picMkLst>
        </pc:picChg>
      </pc:sldChg>
      <pc:sldChg chg="modSp mod">
        <pc:chgData name="AREPALLY CHARAN KUMAR REDDY" userId="11455137d8a8f19c" providerId="LiveId" clId="{D412DB1F-D518-415E-84D7-DA5ABF10D3A9}" dt="2026-01-31T13:15:20.579" v="297" actId="1076"/>
        <pc:sldMkLst>
          <pc:docMk/>
          <pc:sldMk cId="1447555355" sldId="263"/>
        </pc:sldMkLst>
        <pc:picChg chg="mod">
          <ac:chgData name="AREPALLY CHARAN KUMAR REDDY" userId="11455137d8a8f19c" providerId="LiveId" clId="{D412DB1F-D518-415E-84D7-DA5ABF10D3A9}" dt="2026-01-31T13:15:20.579" v="297" actId="1076"/>
          <ac:picMkLst>
            <pc:docMk/>
            <pc:sldMk cId="1447555355" sldId="263"/>
            <ac:picMk id="9" creationId="{37463F41-4FFE-44C4-5169-582A01181E83}"/>
          </ac:picMkLst>
        </pc:picChg>
        <pc:picChg chg="mod">
          <ac:chgData name="AREPALLY CHARAN KUMAR REDDY" userId="11455137d8a8f19c" providerId="LiveId" clId="{D412DB1F-D518-415E-84D7-DA5ABF10D3A9}" dt="2026-01-22T05:24:24.169" v="0" actId="1076"/>
          <ac:picMkLst>
            <pc:docMk/>
            <pc:sldMk cId="1447555355" sldId="263"/>
            <ac:picMk id="13" creationId="{F35D0B64-C842-AB5F-424F-67A12BE19881}"/>
          </ac:picMkLst>
        </pc:picChg>
      </pc:sldChg>
      <pc:sldChg chg="modSp mod">
        <pc:chgData name="AREPALLY CHARAN KUMAR REDDY" userId="11455137d8a8f19c" providerId="LiveId" clId="{D412DB1F-D518-415E-84D7-DA5ABF10D3A9}" dt="2026-01-31T13:49:25.143" v="449" actId="1076"/>
        <pc:sldMkLst>
          <pc:docMk/>
          <pc:sldMk cId="2642271743" sldId="265"/>
        </pc:sldMkLst>
        <pc:picChg chg="mod">
          <ac:chgData name="AREPALLY CHARAN KUMAR REDDY" userId="11455137d8a8f19c" providerId="LiveId" clId="{D412DB1F-D518-415E-84D7-DA5ABF10D3A9}" dt="2026-01-31T13:49:25.143" v="449" actId="1076"/>
          <ac:picMkLst>
            <pc:docMk/>
            <pc:sldMk cId="2642271743" sldId="265"/>
            <ac:picMk id="3" creationId="{1D15D501-C1B9-A580-5A4F-695F324297A7}"/>
          </ac:picMkLst>
        </pc:picChg>
      </pc:sldChg>
      <pc:sldChg chg="addSp modSp mod">
        <pc:chgData name="AREPALLY CHARAN KUMAR REDDY" userId="11455137d8a8f19c" providerId="LiveId" clId="{D412DB1F-D518-415E-84D7-DA5ABF10D3A9}" dt="2026-01-31T13:50:08.623" v="453" actId="1076"/>
        <pc:sldMkLst>
          <pc:docMk/>
          <pc:sldMk cId="1246858762" sldId="266"/>
        </pc:sldMkLst>
        <pc:spChg chg="mod">
          <ac:chgData name="AREPALLY CHARAN KUMAR REDDY" userId="11455137d8a8f19c" providerId="LiveId" clId="{D412DB1F-D518-415E-84D7-DA5ABF10D3A9}" dt="2026-01-31T13:50:08.623" v="453" actId="1076"/>
          <ac:spMkLst>
            <pc:docMk/>
            <pc:sldMk cId="1246858762" sldId="266"/>
            <ac:spMk id="9" creationId="{DF2CB2B0-DC06-9A16-9B7D-777870416F01}"/>
          </ac:spMkLst>
        </pc:spChg>
        <pc:picChg chg="add mod">
          <ac:chgData name="AREPALLY CHARAN KUMAR REDDY" userId="11455137d8a8f19c" providerId="LiveId" clId="{D412DB1F-D518-415E-84D7-DA5ABF10D3A9}" dt="2026-01-31T13:49:39.892" v="451" actId="14100"/>
          <ac:picMkLst>
            <pc:docMk/>
            <pc:sldMk cId="1246858762" sldId="266"/>
            <ac:picMk id="3" creationId="{201A7194-0D91-3491-5E95-A75EC9BB101D}"/>
          </ac:picMkLst>
        </pc:picChg>
        <pc:picChg chg="mod">
          <ac:chgData name="AREPALLY CHARAN KUMAR REDDY" userId="11455137d8a8f19c" providerId="LiveId" clId="{D412DB1F-D518-415E-84D7-DA5ABF10D3A9}" dt="2026-01-31T13:48:23.691" v="445" actId="1076"/>
          <ac:picMkLst>
            <pc:docMk/>
            <pc:sldMk cId="1246858762" sldId="266"/>
            <ac:picMk id="6" creationId="{4B405435-657B-AA39-171A-79EC7B74F540}"/>
          </ac:picMkLst>
        </pc:picChg>
        <pc:picChg chg="mod">
          <ac:chgData name="AREPALLY CHARAN KUMAR REDDY" userId="11455137d8a8f19c" providerId="LiveId" clId="{D412DB1F-D518-415E-84D7-DA5ABF10D3A9}" dt="2026-01-31T13:46:32.979" v="419" actId="1076"/>
          <ac:picMkLst>
            <pc:docMk/>
            <pc:sldMk cId="1246858762" sldId="266"/>
            <ac:picMk id="8" creationId="{A1390642-49C6-A049-3E26-10E118E38F82}"/>
          </ac:picMkLst>
        </pc:picChg>
        <pc:picChg chg="mod">
          <ac:chgData name="AREPALLY CHARAN KUMAR REDDY" userId="11455137d8a8f19c" providerId="LiveId" clId="{D412DB1F-D518-415E-84D7-DA5ABF10D3A9}" dt="2026-01-31T13:46:29.624" v="418" actId="1076"/>
          <ac:picMkLst>
            <pc:docMk/>
            <pc:sldMk cId="1246858762" sldId="266"/>
            <ac:picMk id="10" creationId="{B5AA2FFE-B533-F0B2-D3D9-C9D273B34871}"/>
          </ac:picMkLst>
        </pc:picChg>
        <pc:picChg chg="mod">
          <ac:chgData name="AREPALLY CHARAN KUMAR REDDY" userId="11455137d8a8f19c" providerId="LiveId" clId="{D412DB1F-D518-415E-84D7-DA5ABF10D3A9}" dt="2026-01-31T13:49:55.576" v="452" actId="14100"/>
          <ac:picMkLst>
            <pc:docMk/>
            <pc:sldMk cId="1246858762" sldId="266"/>
            <ac:picMk id="12" creationId="{C019E04C-F02B-9617-B467-274F99984D90}"/>
          </ac:picMkLst>
        </pc:picChg>
      </pc:sldChg>
      <pc:sldChg chg="modSp mod">
        <pc:chgData name="AREPALLY CHARAN KUMAR REDDY" userId="11455137d8a8f19c" providerId="LiveId" clId="{D412DB1F-D518-415E-84D7-DA5ABF10D3A9}" dt="2026-01-31T13:36:51.931" v="414" actId="2711"/>
        <pc:sldMkLst>
          <pc:docMk/>
          <pc:sldMk cId="686849471" sldId="270"/>
        </pc:sldMkLst>
        <pc:spChg chg="mod">
          <ac:chgData name="AREPALLY CHARAN KUMAR REDDY" userId="11455137d8a8f19c" providerId="LiveId" clId="{D412DB1F-D518-415E-84D7-DA5ABF10D3A9}" dt="2026-01-31T13:36:51.931" v="414" actId="2711"/>
          <ac:spMkLst>
            <pc:docMk/>
            <pc:sldMk cId="686849471" sldId="270"/>
            <ac:spMk id="9" creationId="{59BC7DFF-824B-898C-9400-ECF0C903C5FB}"/>
          </ac:spMkLst>
        </pc:spChg>
      </pc:sldChg>
      <pc:sldChg chg="modSp">
        <pc:chgData name="AREPALLY CHARAN KUMAR REDDY" userId="11455137d8a8f19c" providerId="LiveId" clId="{D412DB1F-D518-415E-84D7-DA5ABF10D3A9}" dt="2026-01-22T08:03:37.722" v="2" actId="1036"/>
        <pc:sldMkLst>
          <pc:docMk/>
          <pc:sldMk cId="3592763634" sldId="271"/>
        </pc:sldMkLst>
        <pc:picChg chg="mod">
          <ac:chgData name="AREPALLY CHARAN KUMAR REDDY" userId="11455137d8a8f19c" providerId="LiveId" clId="{D412DB1F-D518-415E-84D7-DA5ABF10D3A9}" dt="2026-01-22T08:03:37.722" v="2" actId="1036"/>
          <ac:picMkLst>
            <pc:docMk/>
            <pc:sldMk cId="3592763634" sldId="271"/>
            <ac:picMk id="3074" creationId="{8C6A15A5-C1CD-BDFC-9E72-3D790798B6EE}"/>
          </ac:picMkLst>
        </pc:picChg>
      </pc:sldChg>
      <pc:sldChg chg="addSp delSp modSp new mod">
        <pc:chgData name="AREPALLY CHARAN KUMAR REDDY" userId="11455137d8a8f19c" providerId="LiveId" clId="{D412DB1F-D518-415E-84D7-DA5ABF10D3A9}" dt="2026-01-31T13:49:10.267" v="448" actId="1076"/>
        <pc:sldMkLst>
          <pc:docMk/>
          <pc:sldMk cId="4037787718" sldId="272"/>
        </pc:sldMkLst>
        <pc:spChg chg="add mod">
          <ac:chgData name="AREPALLY CHARAN KUMAR REDDY" userId="11455137d8a8f19c" providerId="LiveId" clId="{D412DB1F-D518-415E-84D7-DA5ABF10D3A9}" dt="2026-01-31T13:34:47.033" v="404" actId="1076"/>
          <ac:spMkLst>
            <pc:docMk/>
            <pc:sldMk cId="4037787718" sldId="272"/>
            <ac:spMk id="3" creationId="{FCC4986C-D388-763C-7B54-A9B688AE5D7D}"/>
          </ac:spMkLst>
        </pc:spChg>
        <pc:spChg chg="add mod">
          <ac:chgData name="AREPALLY CHARAN KUMAR REDDY" userId="11455137d8a8f19c" providerId="LiveId" clId="{D412DB1F-D518-415E-84D7-DA5ABF10D3A9}" dt="2026-01-31T13:34:16.092" v="398" actId="1076"/>
          <ac:spMkLst>
            <pc:docMk/>
            <pc:sldMk cId="4037787718" sldId="272"/>
            <ac:spMk id="17" creationId="{2C2DE6C5-2F2D-0779-1265-DFEC4CEEDC06}"/>
          </ac:spMkLst>
        </pc:spChg>
        <pc:picChg chg="add mod">
          <ac:chgData name="AREPALLY CHARAN KUMAR REDDY" userId="11455137d8a8f19c" providerId="LiveId" clId="{D412DB1F-D518-415E-84D7-DA5ABF10D3A9}" dt="2026-01-31T13:34:55.614" v="405" actId="14100"/>
          <ac:picMkLst>
            <pc:docMk/>
            <pc:sldMk cId="4037787718" sldId="272"/>
            <ac:picMk id="2" creationId="{9F874784-20BF-AC18-38B6-8FE55E6D1D4B}"/>
          </ac:picMkLst>
        </pc:picChg>
        <pc:picChg chg="add mod">
          <ac:chgData name="AREPALLY CHARAN KUMAR REDDY" userId="11455137d8a8f19c" providerId="LiveId" clId="{D412DB1F-D518-415E-84D7-DA5ABF10D3A9}" dt="2026-01-31T13:33:49.938" v="392" actId="1076"/>
          <ac:picMkLst>
            <pc:docMk/>
            <pc:sldMk cId="4037787718" sldId="272"/>
            <ac:picMk id="4" creationId="{EBF8D6A9-A66F-F03B-C09D-EA65E9F091C9}"/>
          </ac:picMkLst>
        </pc:picChg>
        <pc:picChg chg="add mod">
          <ac:chgData name="AREPALLY CHARAN KUMAR REDDY" userId="11455137d8a8f19c" providerId="LiveId" clId="{D412DB1F-D518-415E-84D7-DA5ABF10D3A9}" dt="2026-01-31T13:26:33.969" v="343" actId="1076"/>
          <ac:picMkLst>
            <pc:docMk/>
            <pc:sldMk cId="4037787718" sldId="272"/>
            <ac:picMk id="5" creationId="{F1780FB7-1778-1515-CBB1-20EEA9B22F6F}"/>
          </ac:picMkLst>
        </pc:picChg>
        <pc:picChg chg="add del mod modCrop">
          <ac:chgData name="AREPALLY CHARAN KUMAR REDDY" userId="11455137d8a8f19c" providerId="LiveId" clId="{D412DB1F-D518-415E-84D7-DA5ABF10D3A9}" dt="2026-01-31T13:27:44.718" v="348" actId="478"/>
          <ac:picMkLst>
            <pc:docMk/>
            <pc:sldMk cId="4037787718" sldId="272"/>
            <ac:picMk id="6" creationId="{5EB64D09-5FB5-7104-5766-2288CD95BF05}"/>
          </ac:picMkLst>
        </pc:picChg>
        <pc:picChg chg="add mod">
          <ac:chgData name="AREPALLY CHARAN KUMAR REDDY" userId="11455137d8a8f19c" providerId="LiveId" clId="{D412DB1F-D518-415E-84D7-DA5ABF10D3A9}" dt="2026-01-31T13:28:16.263" v="352" actId="1076"/>
          <ac:picMkLst>
            <pc:docMk/>
            <pc:sldMk cId="4037787718" sldId="272"/>
            <ac:picMk id="7" creationId="{627CDC83-4B75-EB03-6866-A09F0A1012E1}"/>
          </ac:picMkLst>
        </pc:picChg>
        <pc:picChg chg="add mod modCrop">
          <ac:chgData name="AREPALLY CHARAN KUMAR REDDY" userId="11455137d8a8f19c" providerId="LiveId" clId="{D412DB1F-D518-415E-84D7-DA5ABF10D3A9}" dt="2026-01-31T13:29:44.150" v="362" actId="1076"/>
          <ac:picMkLst>
            <pc:docMk/>
            <pc:sldMk cId="4037787718" sldId="272"/>
            <ac:picMk id="8" creationId="{D8450784-36B2-4209-464F-A0365755E8DE}"/>
          </ac:picMkLst>
        </pc:picChg>
        <pc:picChg chg="add mod">
          <ac:chgData name="AREPALLY CHARAN KUMAR REDDY" userId="11455137d8a8f19c" providerId="LiveId" clId="{D412DB1F-D518-415E-84D7-DA5ABF10D3A9}" dt="2026-01-31T13:30:04.486" v="364" actId="1076"/>
          <ac:picMkLst>
            <pc:docMk/>
            <pc:sldMk cId="4037787718" sldId="272"/>
            <ac:picMk id="9" creationId="{67CD9A85-F9A9-FB6D-1AE5-436C983CA937}"/>
          </ac:picMkLst>
        </pc:picChg>
        <pc:picChg chg="add mod">
          <ac:chgData name="AREPALLY CHARAN KUMAR REDDY" userId="11455137d8a8f19c" providerId="LiveId" clId="{D412DB1F-D518-415E-84D7-DA5ABF10D3A9}" dt="2026-01-31T13:30:45.638" v="370" actId="14100"/>
          <ac:picMkLst>
            <pc:docMk/>
            <pc:sldMk cId="4037787718" sldId="272"/>
            <ac:picMk id="10" creationId="{73BDEE1D-5781-D791-D93D-E91437AA7A09}"/>
          </ac:picMkLst>
        </pc:picChg>
        <pc:picChg chg="add mod">
          <ac:chgData name="AREPALLY CHARAN KUMAR REDDY" userId="11455137d8a8f19c" providerId="LiveId" clId="{D412DB1F-D518-415E-84D7-DA5ABF10D3A9}" dt="2026-01-31T13:33:40.948" v="390" actId="1076"/>
          <ac:picMkLst>
            <pc:docMk/>
            <pc:sldMk cId="4037787718" sldId="272"/>
            <ac:picMk id="11" creationId="{1A689B31-7CFD-800F-5F35-7DA427880AA3}"/>
          </ac:picMkLst>
        </pc:picChg>
        <pc:picChg chg="add mod">
          <ac:chgData name="AREPALLY CHARAN KUMAR REDDY" userId="11455137d8a8f19c" providerId="LiveId" clId="{D412DB1F-D518-415E-84D7-DA5ABF10D3A9}" dt="2026-01-31T13:49:10.267" v="448" actId="1076"/>
          <ac:picMkLst>
            <pc:docMk/>
            <pc:sldMk cId="4037787718" sldId="272"/>
            <ac:picMk id="12" creationId="{4B97AA0C-42B7-CDC2-76A1-E365B1C58624}"/>
          </ac:picMkLst>
        </pc:picChg>
        <pc:picChg chg="add mod">
          <ac:chgData name="AREPALLY CHARAN KUMAR REDDY" userId="11455137d8a8f19c" providerId="LiveId" clId="{D412DB1F-D518-415E-84D7-DA5ABF10D3A9}" dt="2026-01-31T13:31:43.051" v="376" actId="1076"/>
          <ac:picMkLst>
            <pc:docMk/>
            <pc:sldMk cId="4037787718" sldId="272"/>
            <ac:picMk id="13" creationId="{B8C54356-D372-FC49-5BEB-32C58E05D31C}"/>
          </ac:picMkLst>
        </pc:picChg>
        <pc:picChg chg="add mod modCrop">
          <ac:chgData name="AREPALLY CHARAN KUMAR REDDY" userId="11455137d8a8f19c" providerId="LiveId" clId="{D412DB1F-D518-415E-84D7-DA5ABF10D3A9}" dt="2026-01-31T13:32:42.676" v="384" actId="1076"/>
          <ac:picMkLst>
            <pc:docMk/>
            <pc:sldMk cId="4037787718" sldId="272"/>
            <ac:picMk id="14" creationId="{019D14AE-E64A-EEFF-50AC-EAE46275A937}"/>
          </ac:picMkLst>
        </pc:picChg>
        <pc:picChg chg="add mod">
          <ac:chgData name="AREPALLY CHARAN KUMAR REDDY" userId="11455137d8a8f19c" providerId="LiveId" clId="{D412DB1F-D518-415E-84D7-DA5ABF10D3A9}" dt="2026-01-31T13:32:59.783" v="387" actId="1076"/>
          <ac:picMkLst>
            <pc:docMk/>
            <pc:sldMk cId="4037787718" sldId="272"/>
            <ac:picMk id="15" creationId="{A8B08672-4676-CB70-8769-778BCDDB3C23}"/>
          </ac:picMkLst>
        </pc:picChg>
        <pc:picChg chg="add mod">
          <ac:chgData name="AREPALLY CHARAN KUMAR REDDY" userId="11455137d8a8f19c" providerId="LiveId" clId="{D412DB1F-D518-415E-84D7-DA5ABF10D3A9}" dt="2026-01-31T13:49:04.933" v="447" actId="1076"/>
          <ac:picMkLst>
            <pc:docMk/>
            <pc:sldMk cId="4037787718" sldId="272"/>
            <ac:picMk id="16" creationId="{EFADE631-2BE1-C51D-577F-51A218D8E0D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CA895-9AE2-4C35-B6AE-696996C9F08C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ED173D-9B9C-41AD-A64B-536FA4C878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086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ED173D-9B9C-41AD-A64B-536FA4C8780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434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5710-FA76-28F1-0E97-0EA2A3F64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773" y="1478729"/>
            <a:ext cx="11877910" cy="147501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The sparse and low-rank interpretation of </a:t>
            </a:r>
            <a:br>
              <a:rPr lang="en-US" dirty="0">
                <a:solidFill>
                  <a:srgbClr val="7030A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   SVD-based denoising for vibration signals</a:t>
            </a:r>
            <a:endParaRPr lang="en-IN" dirty="0">
              <a:solidFill>
                <a:srgbClr val="7030A0"/>
              </a:solidFill>
            </a:endParaRPr>
          </a:p>
        </p:txBody>
      </p:sp>
      <p:pic>
        <p:nvPicPr>
          <p:cNvPr id="4" name="Picture 3" descr="Amrita Vishwa Vidyapeetham Logo PNG Vector (SVG) Free Download">
            <a:extLst>
              <a:ext uri="{FF2B5EF4-FFF2-40B4-BE49-F238E27FC236}">
                <a16:creationId xmlns:a16="http://schemas.microsoft.com/office/drawing/2014/main" id="{6C653950-55B8-15F2-CF12-11278674D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126" y="26796"/>
            <a:ext cx="4923874" cy="109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716D80-D04D-E8C5-D1D1-79A33CD9001F}"/>
              </a:ext>
            </a:extLst>
          </p:cNvPr>
          <p:cNvSpPr txBox="1"/>
          <p:nvPr/>
        </p:nvSpPr>
        <p:spPr>
          <a:xfrm>
            <a:off x="1474838" y="3312226"/>
            <a:ext cx="77576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solidFill>
                  <a:schemeClr val="bg1"/>
                </a:solidFill>
                <a:latin typeface="Century Gothic" panose="020B0502020202020204" pitchFamily="34" charset="0"/>
              </a:rPr>
              <a:t>Team 15 (AIE-C):</a:t>
            </a:r>
          </a:p>
          <a:p>
            <a:endParaRPr lang="en-IN" sz="2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Arepalle Charan Kumar Reddy(24207)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Manda Rohit vardhan (24231)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Pagala Sai Vandith Reddy (24239)</a:t>
            </a:r>
          </a:p>
          <a:p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Sirigiri Saradhi (24265)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43059F-3ECB-641E-4485-47A93F5797BF}"/>
              </a:ext>
            </a:extLst>
          </p:cNvPr>
          <p:cNvSpPr txBox="1"/>
          <p:nvPr/>
        </p:nvSpPr>
        <p:spPr>
          <a:xfrm>
            <a:off x="422245" y="573520"/>
            <a:ext cx="61254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Montserrat" panose="020F0502020204030204" pitchFamily="2" charset="0"/>
              </a:rPr>
              <a:t>            22MAT230</a:t>
            </a:r>
            <a:br>
              <a:rPr lang="en-US" sz="28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Montserrat" panose="020F0502020204030204" pitchFamily="2" charset="0"/>
              </a:rPr>
              <a:t>Mathematics for Computing 4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660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35BD-081D-7CFC-D822-41043C7E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7BF7A-6956-6784-356F-B69363749058}"/>
              </a:ext>
            </a:extLst>
          </p:cNvPr>
          <p:cNvSpPr txBox="1"/>
          <p:nvPr/>
        </p:nvSpPr>
        <p:spPr>
          <a:xfrm>
            <a:off x="249252" y="2025908"/>
            <a:ext cx="1135625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Vibration signals acquired from rotating machinery are typically contaminated by strong background noise, making condition monitoring and fault diagnosis difficult.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Existing SVD methods can enhance fault-related components but often lead to amplitude distortion and inconsistent denoising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Early-stage bearing faults generate weak impulsive components in vibration signals that are masked by noise and cannot be extracted using raw time-domain or frequency-domain analysis.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7372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81CA-6952-DA26-7F8D-461B26F5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FD2A7-61C2-1E07-9BB1-89A9900AB253}"/>
              </a:ext>
            </a:extLst>
          </p:cNvPr>
          <p:cNvSpPr txBox="1"/>
          <p:nvPr/>
        </p:nvSpPr>
        <p:spPr>
          <a:xfrm>
            <a:off x="432619" y="2163097"/>
            <a:ext cx="1175938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dirty="0"/>
              <a:t>To model vibration signal denoising as a sparse and low-rank optimization problem using a matrix representation of time-series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dirty="0"/>
              <a:t>To analyze and compare classical TSVD, heuristic reweighted SVD (RSVD), and weighted soft-threshold SVD (WSSVD)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dirty="0"/>
              <a:t>To implement fault classification using machine learning models trained on features extracted from WSSVD-denoised signals.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dirty="0"/>
              <a:t>To denoise acoustic signals (.wav/mp3), validating its robustness beyond vibration-only data.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358104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FF48-F86D-D736-4E93-45427204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A9D35A-6832-FC68-FA7C-C5706A77355D}"/>
                  </a:ext>
                </a:extLst>
              </p:cNvPr>
              <p:cNvSpPr txBox="1"/>
              <p:nvPr/>
            </p:nvSpPr>
            <p:spPr>
              <a:xfrm>
                <a:off x="333736" y="1803838"/>
                <a:ext cx="10953135" cy="5044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2"/>
                    </a:solidFill>
                  </a:rPr>
                  <a:t>1. Signal Acquisition</a:t>
                </a:r>
              </a:p>
              <a:p>
                <a:pPr lvl="1"/>
                <a:r>
                  <a:rPr lang="en-US" sz="2000" dirty="0"/>
                  <a:t>Raw vibration signal is acquired from a bearing fault dataset (IMS) and modeled as:</a:t>
                </a:r>
              </a:p>
              <a:p>
                <a:r>
                  <a:rPr lang="en-US" sz="2000" dirty="0"/>
                  <a:t>                                            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i="1" dirty="0" err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sz="2000" dirty="0"/>
              </a:p>
              <a:p>
                <a:r>
                  <a:rPr lang="en-IN" sz="2000" dirty="0"/>
                  <a:t>Where: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sz="2000"/>
                      <m:t>measured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signal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from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the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rotating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machinery</m:t>
                    </m:r>
                  </m:oMath>
                </a14:m>
                <a:r>
                  <a:rPr lang="en-US" sz="2000" dirty="0"/>
                  <a:t> (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∈ </m:t>
                    </m:r>
                    <m:sSup>
                      <m:sSup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p>
                    </m:sSup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→ Fault features which we need to extract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IN" sz="2000" dirty="0"/>
                  <a:t>e </a:t>
                </a:r>
                <a:r>
                  <a:rPr lang="en-US" sz="2000" dirty="0"/>
                  <a:t>→ Discrete frequency interference and background noise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p>
                    </m:sSup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/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US" sz="2000" dirty="0"/>
                  <a:t>m → length of the measured signal</a:t>
                </a:r>
                <a:endParaRPr lang="en-IN" sz="2000" dirty="0"/>
              </a:p>
              <a:p>
                <a:r>
                  <a:rPr lang="en-US" sz="2000" b="1" dirty="0">
                    <a:solidFill>
                      <a:schemeClr val="accent2"/>
                    </a:solidFill>
                  </a:rPr>
                  <a:t>2. Matrix Construction Using Hankel Representation</a:t>
                </a:r>
                <a:br>
                  <a:rPr lang="en-US" sz="2000" dirty="0"/>
                </a:br>
                <a:r>
                  <a:rPr lang="en-US" sz="2000" dirty="0"/>
                  <a:t>The one-dimensional vibration signal is transformed into a structured Hankel matrix by extracting overlapping signal segments, enabling the preservation of periodic fault-induced impulsive characteristics.</a:t>
                </a:r>
              </a:p>
              <a:p>
                <a:r>
                  <a:rPr lang="en-IN" sz="2000" dirty="0"/>
                  <a:t>                                                            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=[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2,…,</m:t>
                    </m:r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IN" sz="20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E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E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s-E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00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s-ES" sz="200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20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E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s-E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I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2000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E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ES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p>
                    </m:sSup>
                  </m:oMath>
                </a14:m>
                <a:endParaRPr lang="en-IN" sz="20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sz="2000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sz="2000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s-E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000" i="1" dirty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000" i="1" dirty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patch from the time series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/>
                  <a:t> Length of each patch,     n </a:t>
                </a:r>
                <a14:m>
                  <m:oMath xmlns:m="http://schemas.openxmlformats.org/officeDocument/2006/math">
                    <m:r>
                      <a:rPr lang="en-IN" sz="2000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000" dirty="0"/>
                  <a:t>number of total patches,    Overlap=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US" sz="2000" i="1" dirty="0"/>
                  <a:t> </a:t>
                </a:r>
                <a:r>
                  <a:rPr lang="en-US" sz="2000" dirty="0"/>
                  <a:t>− 1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A9D35A-6832-FC68-FA7C-C5706A773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36" y="1803838"/>
                <a:ext cx="10953135" cy="5044330"/>
              </a:xfrm>
              <a:prstGeom prst="rect">
                <a:avLst/>
              </a:prstGeom>
              <a:blipFill>
                <a:blip r:embed="rId3"/>
                <a:stretch>
                  <a:fillRect l="-612" t="-726" r="-56" b="-1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191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AED028-CAF1-CA65-3D22-BA754F66B2BB}"/>
                  </a:ext>
                </a:extLst>
              </p:cNvPr>
              <p:cNvSpPr txBox="1"/>
              <p:nvPr/>
            </p:nvSpPr>
            <p:spPr>
              <a:xfrm>
                <a:off x="255639" y="639098"/>
                <a:ext cx="11287432" cy="61326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3. Singular Value Decomposition (SVD)</a:t>
                </a:r>
                <a:br>
                  <a:rPr lang="en-US" dirty="0">
                    <a:solidFill>
                      <a:schemeClr val="accent2"/>
                    </a:solidFill>
                  </a:rPr>
                </a:br>
                <a:r>
                  <a:rPr lang="en-US" dirty="0"/>
                  <a:t>Singular Value Decomposition is applied to the constructed Hankel matrix to decompose it into orthogonal rank-one subspaces.</a:t>
                </a:r>
              </a:p>
              <a:p>
                <a:endParaRPr lang="en-I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n-IN" i="0">
                          <a:latin typeface="Cambria Math" panose="02040503050406030204" pitchFamily="18" charset="0"/>
                        </a:rPr>
                        <m:t>Σ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Sup>
                        <m:sSub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endParaRPr lang="en-IN" b="0" i="1" dirty="0">
                  <a:latin typeface="Cambria Math" panose="02040503050406030204" pitchFamily="18" charset="0"/>
                </a:endParaRPr>
              </a:p>
              <a:p>
                <a:r>
                  <a:rPr lang="en-IN" b="0" dirty="0">
                    <a:latin typeface="Cambria Math" panose="02040503050406030204" pitchFamily="18" charset="0"/>
                  </a:rPr>
                  <a:t>Where: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 U </a:t>
                </a:r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left singular matrix whose columns are set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 U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1</m:t>
                        </m:r>
                      </m:sup>
                    </m:sSup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IN" b="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 </a:t>
                </a:r>
                <a:r>
                  <a:rPr lang="en-US" dirty="0"/>
                  <a:t>diagonal matrix whose diagonal elements are set as the singular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i="1" dirty="0">
                    <a:latin typeface="Cambria Math" panose="02040503050406030204" pitchFamily="18" charset="0"/>
                  </a:rPr>
                  <a:t>  </a:t>
                </a:r>
                <a:r>
                  <a:rPr lang="en-IN" dirty="0">
                    <a:latin typeface="Cambria Math" panose="02040503050406030204" pitchFamily="18" charset="0"/>
                  </a:rPr>
                  <a:t>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l-GR" dirty="0"/>
                  <a:t> ∈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i="1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IN" dirty="0"/>
                  <a:t>)</a:t>
                </a:r>
                <a:endParaRPr lang="en-IN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V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Right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singular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matrix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en-US"/>
                      <m:t>whose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columns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set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as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b="0" i="0" smtClean="0"/>
                      <m:t>( </m:t>
                    </m:r>
                    <m:r>
                      <m:rPr>
                        <m:nor/>
                      </m:rPr>
                      <a:rPr lang="en-IN" b="0" i="0" dirty="0" smtClean="0"/>
                      <m:t>V</m:t>
                    </m:r>
                    <m:r>
                      <m:rPr>
                        <m:nor/>
                      </m:rPr>
                      <a:rPr lang="en-US" dirty="0"/>
                      <m:t> ∈ </m:t>
                    </m:r>
                    <m:sSup>
                      <m:sSup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i="1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IN" b="0" i="0" dirty="0"/>
                  <a:t>)</a:t>
                </a:r>
                <a:endParaRPr lang="en-IN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singular value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decreasing,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b="0" i="0" dirty="0"/>
                  <a:t> </a:t>
                </a:r>
                <a:r>
                  <a:rPr lang="en-IN" dirty="0"/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/>
                  <a:t> 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b="0" i="0" dirty="0"/>
                  <a:t> </a:t>
                </a:r>
                <a:r>
                  <a:rPr lang="en-IN" dirty="0"/>
                  <a:t>...</a:t>
                </a:r>
                <a:endParaRPr lang="en-IN" b="0" i="0" dirty="0"/>
              </a:p>
              <a:p>
                <a:r>
                  <a:rPr lang="en-IN" sz="2000" b="1" dirty="0">
                    <a:solidFill>
                      <a:schemeClr val="accent2"/>
                    </a:solidFill>
                  </a:rPr>
                  <a:t>4. Optimization-Based Singular Value Processing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SVD-based denoising is formulated as a sparse and low-rank optimization problem.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We assume that the clean matrix X lies in the same singular vector subspace as Y, but with modified singular values: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IN" sz="2000" dirty="0">
                  <a:solidFill>
                    <a:schemeClr val="accent2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IN" sz="2000" dirty="0">
                  <a:solidFill>
                    <a:schemeClr val="accent2"/>
                  </a:solidFill>
                </a:endParaRPr>
              </a:p>
              <a:p>
                <a:endParaRPr lang="en-US" sz="2000" dirty="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Where X is an approximation of the desired matrix 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I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>
                    <a:ea typeface="Cambria Math" panose="02040503050406030204" pitchFamily="18" charset="0"/>
                  </a:rPr>
                  <a:t> </a:t>
                </a:r>
                <a:r>
                  <a:rPr lang="en-US" sz="2000" dirty="0"/>
                  <a:t>are unknown coefficients to be estimated</a:t>
                </a:r>
                <a:endParaRPr lang="en-IN" sz="2000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AED028-CAF1-CA65-3D22-BA754F66B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39" y="639098"/>
                <a:ext cx="11287432" cy="6132641"/>
              </a:xfrm>
              <a:prstGeom prst="rect">
                <a:avLst/>
              </a:prstGeom>
              <a:blipFill>
                <a:blip r:embed="rId2"/>
                <a:stretch>
                  <a:fillRect l="-594" t="-596" b="-7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309A5AE-50D2-0356-8C23-F71D20E5ED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677" t="15300" r="8567" b="19215"/>
          <a:stretch>
            <a:fillRect/>
          </a:stretch>
        </p:blipFill>
        <p:spPr>
          <a:xfrm>
            <a:off x="4306529" y="5191432"/>
            <a:ext cx="2172930" cy="90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0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A8030F-9AF1-ED36-9D4A-3F4FB516221D}"/>
              </a:ext>
            </a:extLst>
          </p:cNvPr>
          <p:cNvSpPr txBox="1"/>
          <p:nvPr/>
        </p:nvSpPr>
        <p:spPr>
          <a:xfrm>
            <a:off x="399550" y="1062039"/>
            <a:ext cx="108449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Representing as dictionary	</a:t>
            </a:r>
          </a:p>
          <a:p>
            <a:r>
              <a:rPr lang="en-IN" dirty="0"/>
              <a:t>   Let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So</a:t>
            </a:r>
          </a:p>
          <a:p>
            <a:endParaRPr lang="en-IN" dirty="0"/>
          </a:p>
          <a:p>
            <a:r>
              <a:rPr lang="en-IN" dirty="0"/>
              <a:t>Let formulate as an optimization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B26F3-7BCE-0936-C409-E98FA1BD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12"/>
          <a:stretch>
            <a:fillRect/>
          </a:stretch>
        </p:blipFill>
        <p:spPr>
          <a:xfrm>
            <a:off x="1497111" y="2245391"/>
            <a:ext cx="4448796" cy="6548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84CF1E-F056-22C3-CCD6-87B21B219A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49" t="14800" r="6540"/>
          <a:stretch>
            <a:fillRect/>
          </a:stretch>
        </p:blipFill>
        <p:spPr>
          <a:xfrm>
            <a:off x="3645927" y="3599652"/>
            <a:ext cx="4352227" cy="909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183C92-3B0C-6E05-58A0-0D1FDE3ED0E9}"/>
              </a:ext>
            </a:extLst>
          </p:cNvPr>
          <p:cNvSpPr txBox="1"/>
          <p:nvPr/>
        </p:nvSpPr>
        <p:spPr>
          <a:xfrm>
            <a:off x="1080597" y="4927289"/>
            <a:ext cx="102943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Where:</a:t>
            </a:r>
          </a:p>
          <a:p>
            <a:r>
              <a:rPr lang="en-IN" sz="2400" dirty="0"/>
              <a:t>         is   the Frobenius norm</a:t>
            </a:r>
          </a:p>
          <a:p>
            <a:r>
              <a:rPr lang="el-GR" sz="2400" dirty="0"/>
              <a:t>λ</a:t>
            </a:r>
            <a:r>
              <a:rPr lang="en-IN" sz="2400" dirty="0"/>
              <a:t> is the trade-off parameter, </a:t>
            </a:r>
          </a:p>
          <a:p>
            <a:r>
              <a:rPr lang="en-IN" sz="2400" dirty="0"/>
              <a:t>P(</a:t>
            </a:r>
            <a:r>
              <a:rPr lang="el-GR" sz="2400" dirty="0"/>
              <a:t>α) </a:t>
            </a:r>
            <a:r>
              <a:rPr lang="en-IN" sz="2400" dirty="0"/>
              <a:t>is the regularization of </a:t>
            </a:r>
            <a:r>
              <a:rPr lang="el-GR" sz="2400" dirty="0"/>
              <a:t>α.</a:t>
            </a:r>
            <a:endParaRPr lang="en-IN" sz="2400" dirty="0"/>
          </a:p>
          <a:p>
            <a:r>
              <a:rPr lang="en-IN" sz="2400" dirty="0"/>
              <a:t>				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C3AC28-F1EB-9E81-D035-627EBF6F16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8023" b="-1"/>
          <a:stretch>
            <a:fillRect/>
          </a:stretch>
        </p:blipFill>
        <p:spPr>
          <a:xfrm>
            <a:off x="1173532" y="5307214"/>
            <a:ext cx="647158" cy="395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E99E82-6188-8D4C-F700-C431962235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143"/>
          <a:stretch>
            <a:fillRect/>
          </a:stretch>
        </p:blipFill>
        <p:spPr>
          <a:xfrm>
            <a:off x="1080597" y="985463"/>
            <a:ext cx="5281824" cy="869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58FD96-64D4-9533-BFC4-287D7FCA2B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12"/>
          <a:stretch>
            <a:fillRect/>
          </a:stretch>
        </p:blipFill>
        <p:spPr>
          <a:xfrm>
            <a:off x="1080597" y="1786982"/>
            <a:ext cx="4282811" cy="4789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55FEB4-CFFE-5B1A-EB89-AE1F92173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9955" y="2045024"/>
            <a:ext cx="2494614" cy="9994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C491D2-9859-2005-CFB0-0419C24F2A29}"/>
              </a:ext>
            </a:extLst>
          </p:cNvPr>
          <p:cNvSpPr txBox="1"/>
          <p:nvPr/>
        </p:nvSpPr>
        <p:spPr>
          <a:xfrm>
            <a:off x="6096000" y="2341966"/>
            <a:ext cx="648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and</a:t>
            </a:r>
            <a:endParaRPr lang="en-IN" sz="2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691BCB-D581-366E-C247-9340C71ECF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8862" t="24529" r="3153" b="39523"/>
          <a:stretch>
            <a:fillRect/>
          </a:stretch>
        </p:blipFill>
        <p:spPr>
          <a:xfrm>
            <a:off x="4822880" y="3805674"/>
            <a:ext cx="457043" cy="39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874784-20BF-AC18-38B6-8FE55E6D1D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2" t="24549" r="3081" b="9411"/>
          <a:stretch>
            <a:fillRect/>
          </a:stretch>
        </p:blipFill>
        <p:spPr>
          <a:xfrm>
            <a:off x="3612747" y="5622710"/>
            <a:ext cx="3755579" cy="7706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C4986C-D388-763C-7B54-A9B688AE5D7D}"/>
              </a:ext>
            </a:extLst>
          </p:cNvPr>
          <p:cNvSpPr txBox="1"/>
          <p:nvPr/>
        </p:nvSpPr>
        <p:spPr>
          <a:xfrm>
            <a:off x="568355" y="4749911"/>
            <a:ext cx="758067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sz="2400" b="1" dirty="0">
                <a:solidFill>
                  <a:schemeClr val="accent2"/>
                </a:solidFill>
              </a:rPr>
              <a:t>CASE 1:  TSVD (ℓ₀ NORM)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689B31-7CFD-800F-5F35-7DA427880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397" y="3904206"/>
            <a:ext cx="4182059" cy="905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F8D6A9-A66F-F03B-C09D-EA65E9F091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048" b="3248"/>
          <a:stretch>
            <a:fillRect/>
          </a:stretch>
        </p:blipFill>
        <p:spPr>
          <a:xfrm>
            <a:off x="6234265" y="4190730"/>
            <a:ext cx="769052" cy="381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780FB7-1778-1515-CBB1-20EEA9B22F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2327" y="1021820"/>
            <a:ext cx="7820564" cy="2677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7CDC83-4B75-EB03-6866-A09F0A1012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219" t="35425" r="3350" b="39981"/>
          <a:stretch>
            <a:fillRect/>
          </a:stretch>
        </p:blipFill>
        <p:spPr>
          <a:xfrm>
            <a:off x="2448225" y="1374503"/>
            <a:ext cx="401768" cy="3463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450784-36B2-4209-464F-A0365755E8D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2941" t="37930" r="-722" b="18089"/>
          <a:stretch>
            <a:fillRect/>
          </a:stretch>
        </p:blipFill>
        <p:spPr>
          <a:xfrm>
            <a:off x="3575891" y="1410800"/>
            <a:ext cx="346140" cy="310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CD9A85-F9A9-FB6D-1AE5-436C983CA9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2941" t="37930" r="-722" b="18089"/>
          <a:stretch>
            <a:fillRect/>
          </a:stretch>
        </p:blipFill>
        <p:spPr>
          <a:xfrm>
            <a:off x="7641530" y="1392651"/>
            <a:ext cx="346140" cy="3100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BDEE1D-5781-D791-D93D-E91437AA7A0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2941" t="37930" r="-722" b="18089"/>
          <a:stretch>
            <a:fillRect/>
          </a:stretch>
        </p:blipFill>
        <p:spPr>
          <a:xfrm>
            <a:off x="8149026" y="2265219"/>
            <a:ext cx="278409" cy="2493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97AA0C-42B7-CDC2-76A1-E365B1C5862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2941" t="37930" r="-722" b="18089"/>
          <a:stretch>
            <a:fillRect/>
          </a:stretch>
        </p:blipFill>
        <p:spPr>
          <a:xfrm>
            <a:off x="7129456" y="2791433"/>
            <a:ext cx="346140" cy="3100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C54356-D372-FC49-5BEB-32C58E05D31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2941" t="37930" r="-722" b="18089"/>
          <a:stretch>
            <a:fillRect/>
          </a:stretch>
        </p:blipFill>
        <p:spPr>
          <a:xfrm>
            <a:off x="5459539" y="3273974"/>
            <a:ext cx="346140" cy="3100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9D14AE-E64A-EEFF-50AC-EAE46275A9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219" t="35425" r="5571" b="43984"/>
          <a:stretch>
            <a:fillRect/>
          </a:stretch>
        </p:blipFill>
        <p:spPr>
          <a:xfrm>
            <a:off x="5923236" y="2265219"/>
            <a:ext cx="278410" cy="2493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08672-4676-CB70-8769-778BCDDB3C2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219" t="35425" r="5571" b="43984"/>
          <a:stretch>
            <a:fillRect/>
          </a:stretch>
        </p:blipFill>
        <p:spPr>
          <a:xfrm>
            <a:off x="5644826" y="2802847"/>
            <a:ext cx="278410" cy="2493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ADE631-2BE1-C51D-577F-51A218D8E0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5219" t="35425" r="5571" b="43984"/>
          <a:stretch>
            <a:fillRect/>
          </a:stretch>
        </p:blipFill>
        <p:spPr>
          <a:xfrm>
            <a:off x="4899221" y="3304309"/>
            <a:ext cx="278410" cy="2493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2DE6C5-2F2D-0779-1265-DFEC4CEEDC06}"/>
              </a:ext>
            </a:extLst>
          </p:cNvPr>
          <p:cNvSpPr txBox="1"/>
          <p:nvPr/>
        </p:nvSpPr>
        <p:spPr>
          <a:xfrm>
            <a:off x="1894030" y="4075702"/>
            <a:ext cx="955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37787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7463F41-4FFE-44C4-5169-582A01181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33" y="642126"/>
            <a:ext cx="8448675" cy="36861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5D0B64-C842-AB5F-424F-67A12BE198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5" t="10284" b="7064"/>
          <a:stretch>
            <a:fillRect/>
          </a:stretch>
        </p:blipFill>
        <p:spPr>
          <a:xfrm>
            <a:off x="550606" y="5074429"/>
            <a:ext cx="8613059" cy="17835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4E8890-2B8E-E152-EF06-5F09CE508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180" y="4210408"/>
            <a:ext cx="5477639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55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15D501-C1B9-A580-5A4F-695F32429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50" y="548112"/>
            <a:ext cx="7182852" cy="2314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05B311-9EA3-6D12-0844-E4BD2AC035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27"/>
          <a:stretch>
            <a:fillRect/>
          </a:stretch>
        </p:blipFill>
        <p:spPr>
          <a:xfrm>
            <a:off x="413450" y="2767479"/>
            <a:ext cx="8297433" cy="1577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1E57BF-EF41-DE3C-8DF8-874E102E1C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687"/>
          <a:stretch>
            <a:fillRect/>
          </a:stretch>
        </p:blipFill>
        <p:spPr>
          <a:xfrm>
            <a:off x="1498458" y="4432136"/>
            <a:ext cx="5429250" cy="24258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3EA44C-A700-2C6F-4559-7D962D12F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708" y="6318976"/>
            <a:ext cx="983226" cy="38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71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405435-657B-AA39-171A-79EC7B74F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638" y="1882001"/>
            <a:ext cx="7170362" cy="1917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390642-49C6-A049-3E26-10E118E3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895" t="-3504"/>
          <a:stretch>
            <a:fillRect/>
          </a:stretch>
        </p:blipFill>
        <p:spPr>
          <a:xfrm>
            <a:off x="6656439" y="5322269"/>
            <a:ext cx="865239" cy="4239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2CB2B0-DC06-9A16-9B7D-777870416F01}"/>
              </a:ext>
            </a:extLst>
          </p:cNvPr>
          <p:cNvSpPr txBox="1"/>
          <p:nvPr/>
        </p:nvSpPr>
        <p:spPr>
          <a:xfrm>
            <a:off x="0" y="3644330"/>
            <a:ext cx="124673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Case 2 : Proposed WSSVD ( weighted ℓ₁-norm minimization )</a:t>
            </a:r>
          </a:p>
          <a:p>
            <a:r>
              <a:rPr lang="en-IN" sz="2400" dirty="0"/>
              <a:t>Standard </a:t>
            </a:r>
            <a:r>
              <a:rPr lang="en-IN" sz="2400" b="1" dirty="0"/>
              <a:t>ℓ₁ </a:t>
            </a:r>
            <a:r>
              <a:rPr lang="en-IN" sz="2400" dirty="0"/>
              <a:t>regularization treats all singular values equally and leads to uniform soft thresholding. This causes fault-related components to be penalized in the same manner as noise. To address this limitation, fault-related information is introduced through component dependent weights.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AA2FFE-B533-F0B2-D3D9-C9D273B348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243"/>
          <a:stretch>
            <a:fillRect/>
          </a:stretch>
        </p:blipFill>
        <p:spPr>
          <a:xfrm>
            <a:off x="3776754" y="5161811"/>
            <a:ext cx="2879685" cy="7912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19E04C-F02B-9617-B467-274F99984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10" y="5953066"/>
            <a:ext cx="10568189" cy="8454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1A7194-0D91-3491-5E95-A75EC9BB10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331" y="218209"/>
            <a:ext cx="4649307" cy="332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58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12FBD4-9C49-9E85-C9CF-A86734223E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74" b="3512"/>
          <a:stretch>
            <a:fillRect/>
          </a:stretch>
        </p:blipFill>
        <p:spPr>
          <a:xfrm>
            <a:off x="218924" y="695632"/>
            <a:ext cx="7742591" cy="27333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266F98-573B-BA16-B741-4CF98B530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08" y="3592960"/>
            <a:ext cx="6154009" cy="1638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7682F-2880-2508-3C37-3CF6CBFFA0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551" b="10001"/>
          <a:stretch>
            <a:fillRect/>
          </a:stretch>
        </p:blipFill>
        <p:spPr>
          <a:xfrm>
            <a:off x="653135" y="5395449"/>
            <a:ext cx="5963482" cy="111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12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F54189-55F0-B35D-6744-749E58708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596173"/>
            <a:ext cx="8868697" cy="31772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E22A18-B066-FFE1-CE73-577D1762B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35" b="33704"/>
          <a:stretch>
            <a:fillRect/>
          </a:stretch>
        </p:blipFill>
        <p:spPr>
          <a:xfrm>
            <a:off x="0" y="3773393"/>
            <a:ext cx="6145161" cy="300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8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87778E-CB93-BEBD-8924-5FB088277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59" y="643283"/>
            <a:ext cx="5468113" cy="1638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629676-ED5F-5BA0-730F-33B13A807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317" y="2188827"/>
            <a:ext cx="6258798" cy="1143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D9C141-5F2D-F8E8-8352-97E539B32541}"/>
              </a:ext>
            </a:extLst>
          </p:cNvPr>
          <p:cNvSpPr txBox="1"/>
          <p:nvPr/>
        </p:nvSpPr>
        <p:spPr>
          <a:xfrm>
            <a:off x="294968" y="3429000"/>
            <a:ext cx="9075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5. Signal Reconstruction</a:t>
            </a:r>
          </a:p>
          <a:p>
            <a:endParaRPr lang="en-IN" sz="2000" b="1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4D478D-865D-31D5-7FC7-7C58B2DEB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71" y="3906545"/>
            <a:ext cx="9625781" cy="12848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3E420B-A453-738E-6494-F0C972170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9318" y="5191357"/>
            <a:ext cx="3673158" cy="166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544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E57E-0577-A234-0EDD-961BFA191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C8BCBF9A-8C8E-B49B-EBE5-AA772BABF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27" y="1922318"/>
            <a:ext cx="5705475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42B348-5EAB-B307-3372-8D4A2CBF8982}"/>
              </a:ext>
            </a:extLst>
          </p:cNvPr>
          <p:cNvSpPr txBox="1"/>
          <p:nvPr/>
        </p:nvSpPr>
        <p:spPr>
          <a:xfrm>
            <a:off x="5900035" y="2861204"/>
            <a:ext cx="57054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Raw vibration signal acquired from the IMS bearing dataset, sampled at 20 kHz. The signal is heavily contaminated by noise, making early-stage fault-related impulses difficult to observe directly.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4230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>
            <a:extLst>
              <a:ext uri="{FF2B5EF4-FFF2-40B4-BE49-F238E27FC236}">
                <a16:creationId xmlns:a16="http://schemas.microsoft.com/office/drawing/2014/main" id="{74297BA2-19AA-4775-A2FA-235ADAA47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6" y="644238"/>
            <a:ext cx="5705475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7DD173-5F48-7AA8-5C25-2491B6AA9C10}"/>
              </a:ext>
            </a:extLst>
          </p:cNvPr>
          <p:cNvSpPr txBox="1"/>
          <p:nvPr/>
        </p:nvSpPr>
        <p:spPr>
          <a:xfrm>
            <a:off x="561110" y="5085485"/>
            <a:ext cx="4114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Preprocessed vibration signal after DC removal, normalization, and segmentation to one second</a:t>
            </a:r>
            <a:endParaRPr lang="en-IN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9A95D1-7592-6FB3-C915-98B6F2D55B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7"/>
          <a:stretch>
            <a:fillRect/>
          </a:stretch>
        </p:blipFill>
        <p:spPr bwMode="auto">
          <a:xfrm>
            <a:off x="5934075" y="789710"/>
            <a:ext cx="5184198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BC7DFF-824B-898C-9400-ECF0C903C5FB}"/>
              </a:ext>
            </a:extLst>
          </p:cNvPr>
          <p:cNvSpPr txBox="1"/>
          <p:nvPr/>
        </p:nvSpPr>
        <p:spPr>
          <a:xfrm>
            <a:off x="6431971" y="5252055"/>
            <a:ext cx="54355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Hankel matrix constructed from the vibration signal using overlapping patches (overlap = </a:t>
            </a:r>
            <a:r>
              <a:rPr lang="en-US" sz="2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  <a:r>
              <a:rPr lang="en-US" sz="2000" dirty="0"/>
              <a:t> − 1), preserving temporal correlation and enabling low-rank analysis.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86849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id="{3CE9A824-2F0A-9892-E2A6-94032889F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987137"/>
            <a:ext cx="5705475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B8026F-A696-EF3C-DBD6-B16C0E08351D}"/>
              </a:ext>
            </a:extLst>
          </p:cNvPr>
          <p:cNvSpPr txBox="1"/>
          <p:nvPr/>
        </p:nvSpPr>
        <p:spPr>
          <a:xfrm>
            <a:off x="283152" y="5516920"/>
            <a:ext cx="60942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Singular value distribution of the constructed Hankel matrix</a:t>
            </a:r>
            <a:endParaRPr lang="en-IN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6A15A5-C1CD-BDFC-9E72-3D790798B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430" y="1015533"/>
            <a:ext cx="5705475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61FBF-A33C-FA87-2AA0-F103FB52589C}"/>
              </a:ext>
            </a:extLst>
          </p:cNvPr>
          <p:cNvSpPr txBox="1"/>
          <p:nvPr/>
        </p:nvSpPr>
        <p:spPr>
          <a:xfrm>
            <a:off x="6377420" y="5409198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Time-domain comparison of denoising methods. WSSVD preserves impulsive fault characteristics more clearly than TSVD and RSVD.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2763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81D66-9A2B-D2CC-1046-EB0F36A9A4D0}"/>
              </a:ext>
            </a:extLst>
          </p:cNvPr>
          <p:cNvSpPr txBox="1"/>
          <p:nvPr/>
        </p:nvSpPr>
        <p:spPr>
          <a:xfrm>
            <a:off x="2487560" y="2369574"/>
            <a:ext cx="750201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7082852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3233</TotalTime>
  <Words>735</Words>
  <Application>Microsoft Office PowerPoint</Application>
  <PresentationFormat>Widescreen</PresentationFormat>
  <Paragraphs>82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Cambria Math</vt:lpstr>
      <vt:lpstr>Century Gothic</vt:lpstr>
      <vt:lpstr>Gill Sans MT</vt:lpstr>
      <vt:lpstr>Montserrat</vt:lpstr>
      <vt:lpstr>Wingdings</vt:lpstr>
      <vt:lpstr>Wingdings 2</vt:lpstr>
      <vt:lpstr>Dividend</vt:lpstr>
      <vt:lpstr>The sparse and low-rank interpretation of     SVD-based denoising for vibration signals</vt:lpstr>
      <vt:lpstr>Problem Statement</vt:lpstr>
      <vt:lpstr>OBJECTIVES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AREPALLY CHARAN KUMAR REDDY</dc:creator>
  <cp:lastModifiedBy>AREPALLY CHARAN KUMAR REDDY</cp:lastModifiedBy>
  <cp:revision>5</cp:revision>
  <dcterms:created xsi:type="dcterms:W3CDTF">2025-08-21T18:38:27Z</dcterms:created>
  <dcterms:modified xsi:type="dcterms:W3CDTF">2026-01-31T13:50:14Z</dcterms:modified>
</cp:coreProperties>
</file>